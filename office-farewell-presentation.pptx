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C4632"/>
                </a:solidFill>
              </a:rPr>
              <a:t>Celebrating the Journey of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C4632"/>
                </a:solidFill>
              </a:rPr>
              <a:t>Mangalika Pieterzs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Years of Dedication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0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Years of valuable service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Achievements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No achievements added.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Special Memories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Special memories will appear here.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Farewell Message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Wishing you all the best for the future!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Memorable Moments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2743200" cy="20116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188720"/>
            <a:ext cx="2743200" cy="20116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188720"/>
            <a:ext cx="274320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Farewell</dc:title>
  <dc:subject>PptxGenJS Presentation</dc:subject>
  <dc:creator>Presentation Generator</dc:creator>
  <cp:lastModifiedBy>Presentation Generator</cp:lastModifiedBy>
  <cp:revision>1</cp:revision>
  <dcterms:created xsi:type="dcterms:W3CDTF">2026-09-19T11:30:22Z</dcterms:created>
  <dcterms:modified xsi:type="dcterms:W3CDTF">2026-09-19T11:30:22Z</dcterms:modified>
</cp:coreProperties>
</file>